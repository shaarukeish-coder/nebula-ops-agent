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09-05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363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Aashirvaad Atta 5kg</c:v>
                  </c:pt>
                  <c:pt idx="1">
                    <c:v>Loose Sugar</c:v>
                  </c:pt>
                  <c:pt idx="2">
                    <c:v>Maggi 70g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257</c:v>
                </c:pt>
                <c:pt idx="1">
                  <c:v>97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363B4A"/>
              </a:solidFill>
              <a:effectLst/>
            </c:spPr>
          </c:dPt>
          <c:dPt>
            <c:idx val="2"/>
            <c:bubble3D val="0"/>
            <c:spPr>
              <a:solidFill>
                <a:srgbClr val="7F8C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UPI</c:v>
                </c:pt>
                <c:pt idx="2">
                  <c:v>Card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</c:v>
                </c:pt>
                <c:pt idx="1">
                  <c:v>448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B4A"/>
                </a:solidFill>
              </a:rPr>
              <a:t>Nebula Kirana Store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</a:rPr>
              <a:t>Sales Analysis - Last 7 Days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Generated 2026-09-05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4A"/>
                </a:solidFill>
              </a:rPr>
              <a:t>Key Numbers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₹448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Total Sales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3444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Bills Finalized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93192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889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₹27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GST Collected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93192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7889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</a:rPr>
              <a:t>₹26790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Stock Value (cost)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4A"/>
                </a:solidFill>
              </a:rPr>
              <a:t>Daily Sales Trend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4A"/>
                </a:solidFill>
              </a:rPr>
              <a:t>Top Items by Revenue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4A"/>
                </a:solidFill>
              </a:rPr>
              <a:t>Payment Mix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371600" y="9144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4A"/>
                </a:solidFill>
              </a:rPr>
              <a:t>Stock Health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stock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Reorder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level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Maggi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70g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packet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packet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2026-09-05T03:15:24Z</dcterms:created>
  <dcterms:modified xsi:type="dcterms:W3CDTF">2026-09-05T03:15:24Z</dcterms:modified>
</cp:coreProperties>
</file>